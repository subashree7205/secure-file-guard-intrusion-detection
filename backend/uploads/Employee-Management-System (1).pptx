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Bitter Medium"/>
      <p:regular r:id="rId18"/>
    </p:embeddedFont>
    <p:embeddedFont>
      <p:font typeface="Bitter Medium"/>
      <p:regular r:id="rId19"/>
    </p:embeddedFont>
    <p:embeddedFont>
      <p:font typeface="Bitter Medium"/>
      <p:regular r:id="rId20"/>
    </p:embeddedFont>
    <p:embeddedFont>
      <p:font typeface="Bitter Medium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  <p:embeddedFont>
      <p:font typeface="Open Sans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0107"/>
            <a:ext cx="726793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Employee Management System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727841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Full-Stack Web Application Built with the MERN Stack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3268623"/>
            <a:ext cx="2386489" cy="1793796"/>
          </a:xfrm>
          <a:prstGeom prst="roundRect">
            <a:avLst>
              <a:gd name="adj" fmla="val 464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86168" y="3474601"/>
            <a:ext cx="197453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Intern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486168" y="3903821"/>
            <a:ext cx="1974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Subashree 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865037" y="3268623"/>
            <a:ext cx="2386608" cy="1793796"/>
          </a:xfrm>
          <a:prstGeom prst="roundRect">
            <a:avLst>
              <a:gd name="adj" fmla="val 464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71015" y="3474601"/>
            <a:ext cx="19746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Course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071015" y="3903821"/>
            <a:ext cx="197465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B.E. Computer Science &amp; Engineering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1450003" y="3268623"/>
            <a:ext cx="2386608" cy="1793796"/>
          </a:xfrm>
          <a:prstGeom prst="roundRect">
            <a:avLst>
              <a:gd name="adj" fmla="val 464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55981" y="3474601"/>
            <a:ext cx="19746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College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1655981" y="3903821"/>
            <a:ext cx="197465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Chettinad College of Engineering and Technology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280190" y="5260777"/>
            <a:ext cx="7556421" cy="1158716"/>
          </a:xfrm>
          <a:prstGeom prst="roundRect">
            <a:avLst>
              <a:gd name="adj" fmla="val 719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86168" y="546675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Internship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486168" y="5895975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Full-Stack Web Development Internship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1594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1833682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 Management System (EMS)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a centralized digital platform that enables organizations to efficiently store, manage, and retrieve employee information. From onboarding to performance tracking, an EMS serves as the backbone of modern HR operations.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190" y="3327083"/>
            <a:ext cx="496133" cy="4961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24330" y="33270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Centralized Data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024330" y="3756303"/>
            <a:ext cx="68122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employee records stored in one secure, accessible location — eliminating scattered spreadsheets and manual files.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4788218"/>
            <a:ext cx="496133" cy="4961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24330" y="4788218"/>
            <a:ext cx="29387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Organizational Efficiency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7024330" y="5217438"/>
            <a:ext cx="68122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Streamlines HR workflows, reduces administrative overhead, and frees up time for strategic decision-making.</a:t>
            </a:r>
            <a:endParaRPr lang="en-US" sz="1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6249353"/>
            <a:ext cx="496133" cy="49613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24330" y="62493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Security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7024330" y="6678573"/>
            <a:ext cx="68122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Ensures sensitive employee information is protected with authentication controls and structured access policies.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101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Problem Statement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8793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manual approaches to employee management create significant operational bottlenecks. Organizations relying on paper records or isolated spreadsheets face recurring challenges that hinder productivity and data integrity.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46252"/>
            <a:ext cx="4215289" cy="3412212"/>
          </a:xfrm>
          <a:prstGeom prst="roundRect">
            <a:avLst>
              <a:gd name="adj" fmla="val 3216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3346252"/>
            <a:ext cx="91440" cy="3412212"/>
          </a:xfrm>
          <a:prstGeom prst="roundRect">
            <a:avLst>
              <a:gd name="adj" fmla="val 91163"/>
            </a:avLst>
          </a:prstGeom>
          <a:solidFill>
            <a:srgbClr val="D2600F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3567470"/>
            <a:ext cx="3704273" cy="62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⚠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Manual &amp; Error-Prone Processes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4314468"/>
            <a:ext cx="370427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Maintaining employee records by hand is time-consuming, prone to human error, and difficult to scale as an organization grows. Simple tasks like updating contact details or tracking attendance require disproportionate effort.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346252"/>
            <a:ext cx="4215408" cy="3412212"/>
          </a:xfrm>
          <a:prstGeom prst="roundRect">
            <a:avLst>
              <a:gd name="adj" fmla="val 3216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577" y="3346252"/>
            <a:ext cx="91440" cy="3412212"/>
          </a:xfrm>
          <a:prstGeom prst="roundRect">
            <a:avLst>
              <a:gd name="adj" fmla="val 91163"/>
            </a:avLst>
          </a:prstGeom>
          <a:solidFill>
            <a:srgbClr val="D2600F"/>
          </a:solidFill>
          <a:ln/>
        </p:spPr>
      </p:sp>
      <p:sp>
        <p:nvSpPr>
          <p:cNvPr id="10" name="Text 8"/>
          <p:cNvSpPr/>
          <p:nvPr/>
        </p:nvSpPr>
        <p:spPr>
          <a:xfrm>
            <a:off x="5497235" y="3567470"/>
            <a:ext cx="256353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⚠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Data Inconsistency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4004310"/>
            <a:ext cx="370439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Without a unified system, duplicate records, outdated information, and conflicting data across departments become commonplace — leading to poor decision-making and compliance risks.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346252"/>
            <a:ext cx="4215289" cy="3412212"/>
          </a:xfrm>
          <a:prstGeom prst="roundRect">
            <a:avLst>
              <a:gd name="adj" fmla="val 3216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8343" y="3346252"/>
            <a:ext cx="91440" cy="3412212"/>
          </a:xfrm>
          <a:prstGeom prst="roundRect">
            <a:avLst>
              <a:gd name="adj" fmla="val 91163"/>
            </a:avLst>
          </a:prstGeom>
          <a:solidFill>
            <a:srgbClr val="D2600F"/>
          </a:solidFill>
          <a:ln/>
        </p:spPr>
      </p:sp>
      <p:sp>
        <p:nvSpPr>
          <p:cNvPr id="14" name="Text 12"/>
          <p:cNvSpPr/>
          <p:nvPr/>
        </p:nvSpPr>
        <p:spPr>
          <a:xfrm>
            <a:off x="9911001" y="3567470"/>
            <a:ext cx="2681526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⚠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Lack of Accessibility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11001" y="4004310"/>
            <a:ext cx="370427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files and disconnected tools make it difficult for HR teams to quickly retrieve or update records, especially in multi-location or remote work environments where real-time access is critical.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670" y="551617"/>
            <a:ext cx="4929902" cy="61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Objectives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788670" y="1461730"/>
            <a:ext cx="7566660" cy="94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was designed with three core goals in mind — to replace inefficient manual processes with a reliable, scalable digital solution built on modern web technologies.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985838" y="2921198"/>
            <a:ext cx="197168" cy="1152882"/>
          </a:xfrm>
          <a:prstGeom prst="roundRect">
            <a:avLst>
              <a:gd name="adj" fmla="val 4200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8670" y="2791778"/>
            <a:ext cx="591503" cy="591503"/>
          </a:xfrm>
          <a:prstGeom prst="roundRect">
            <a:avLst>
              <a:gd name="adj" fmla="val 7729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546" y="2939653"/>
            <a:ext cx="295751" cy="2957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76030" y="2822615"/>
            <a:ext cx="403490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Automate Employee Data Handling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76030" y="3248144"/>
            <a:ext cx="6779300" cy="62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seamless creation, retrieval, updating, and deletion of employee records through an intuitive interface powered by RESTful APIs.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1281589" y="4565809"/>
            <a:ext cx="197168" cy="1152882"/>
          </a:xfrm>
          <a:prstGeom prst="roundRect">
            <a:avLst>
              <a:gd name="adj" fmla="val 4200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84421" y="4436388"/>
            <a:ext cx="591503" cy="591503"/>
          </a:xfrm>
          <a:prstGeom prst="roundRect">
            <a:avLst>
              <a:gd name="adj" fmla="val 7729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2297" y="4584263"/>
            <a:ext cx="295751" cy="2957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71782" y="4467225"/>
            <a:ext cx="3597354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Improve Operational Efficiency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871782" y="4892754"/>
            <a:ext cx="6483548" cy="62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time spent on administrative HR tasks by providing instant access to structured data, smart search, and real-time updates.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1577340" y="6210419"/>
            <a:ext cx="197168" cy="1467326"/>
          </a:xfrm>
          <a:prstGeom prst="roundRect">
            <a:avLst>
              <a:gd name="adj" fmla="val 4200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380173" y="6080998"/>
            <a:ext cx="591503" cy="591503"/>
          </a:xfrm>
          <a:prstGeom prst="roundRect">
            <a:avLst>
              <a:gd name="adj" fmla="val 7729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8048" y="6228874"/>
            <a:ext cx="295751" cy="2957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67533" y="6111835"/>
            <a:ext cx="382178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Ensure Secure Data Management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2167533" y="6537365"/>
            <a:ext cx="6187797" cy="94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authentication mechanisms and structured data models to protect sensitive employee information from unauthorized access.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9248"/>
            <a:ext cx="61362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Technology Stack — MERN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6616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MERN stack is a powerful combination of four JavaScript-based technologies that together enable the development of a full-stack web application — from the database layer to the user interface.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524482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768" y="273046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2600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479" y="2894052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9768" y="35241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MongoDB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9768" y="3953351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NoSQL document database. Stores employee records as flexible JSON-like documents, enabling fast queries and easy scalability.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14379" y="2524482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20357" y="273046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2600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4068" y="2894052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0357" y="35241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Express.js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7620357" y="3953351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Lightweight Node.js framework for building robust RESTful APIs. Handles routing, middleware, and HTTP request/response cycles.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93790" y="4992767"/>
            <a:ext cx="6422231" cy="2587466"/>
          </a:xfrm>
          <a:prstGeom prst="roundRect">
            <a:avLst>
              <a:gd name="adj" fmla="val 322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99768" y="519874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2600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479" y="5362337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9768" y="59924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React.js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99768" y="6421636"/>
            <a:ext cx="6010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Component-based frontend library. Delivers a dynamic, responsive user interface with real-time state management and smooth UX.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414379" y="4992767"/>
            <a:ext cx="6422231" cy="2587466"/>
          </a:xfrm>
          <a:prstGeom prst="roundRect">
            <a:avLst>
              <a:gd name="adj" fmla="val 322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20357" y="519874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2600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84068" y="5362337"/>
            <a:ext cx="267891" cy="2678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20357" y="59924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Node.js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7620357" y="6421636"/>
            <a:ext cx="6010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JavaScript runtime built on Chrome's V8 engine. Powers the server side, enabling non-blocking, event-driven architecture for high performance.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3529" y="439698"/>
            <a:ext cx="3646884" cy="455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System Architecture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1563529" y="1109901"/>
            <a:ext cx="11503343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application follows a classic three-tier architecture, where the React frontend communicates with the Express/Node.js backend via REST APIs, and the backend interacts with the MongoDB database to persist and retrieve data.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6025" y="1635323"/>
            <a:ext cx="7758232" cy="58314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04545" y="3944250"/>
            <a:ext cx="1414896" cy="161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Three-layer System Architecture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21137" y="5798066"/>
            <a:ext cx="2104909" cy="64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Express + Node.js Backend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721137" y="6537148"/>
            <a:ext cx="2104909" cy="448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 API, business logic, auth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86256" y="5798066"/>
            <a:ext cx="2104909" cy="64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MongoDB Database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786256" y="6537148"/>
            <a:ext cx="2104909" cy="448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 collections, user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24939" y="2135009"/>
            <a:ext cx="2162426" cy="323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React.js Frontend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24939" y="2550563"/>
            <a:ext cx="2162426" cy="448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interface, forms, dashboard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63529" y="7587377"/>
            <a:ext cx="11503343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clean separation of concerns ensures modularity, making the system easier to maintain, test, and extend with new features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564118"/>
            <a:ext cx="4750713" cy="593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Output: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95" y="1635443"/>
            <a:ext cx="3879890" cy="218134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234" y="1635443"/>
            <a:ext cx="3450908" cy="19401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11234" y="3780234"/>
            <a:ext cx="8766572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95" y="4650819"/>
            <a:ext cx="3347085" cy="1881783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772" y="4650819"/>
            <a:ext cx="4177427" cy="2348627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839772" y="7204115"/>
            <a:ext cx="9038034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585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Core Features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72765"/>
            <a:ext cx="1352788" cy="836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1568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Add Employee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4586049"/>
            <a:ext cx="30746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structured form to capture and submit new employee data including name, department, role, and contact details directly to the database.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467" y="3072765"/>
            <a:ext cx="1352788" cy="8360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6467" y="41568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View &amp; Search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4116467" y="4586049"/>
            <a:ext cx="30746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 a paginated employee directory with real-time search and filter capabilities, pulling live data from the MongoDB backend.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144" y="3072765"/>
            <a:ext cx="1352788" cy="8360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39144" y="41568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Update Details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439144" y="4586049"/>
            <a:ext cx="30746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 and save changes to existing employee records through a pre-populated form, ensuring accurate and up-to-date information at all times.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1821" y="3072765"/>
            <a:ext cx="1352907" cy="8360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61821" y="41568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Auth &amp; Delete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0761821" y="4586049"/>
            <a:ext cx="30747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login with JWT-based authentication protects the system, while authorized users can permanently remove employee records as needed.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0620"/>
            <a:ext cx="610743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Implementation Overview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6753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 was developed in three interconnected layers — each built independently but designed to work together as a cohesive full-stack application.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0915" y="3025854"/>
            <a:ext cx="6565106" cy="4053007"/>
          </a:xfrm>
          <a:prstGeom prst="roundRect">
            <a:avLst>
              <a:gd name="adj" fmla="val 3526"/>
            </a:avLst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849273" y="32242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Frontend — React.js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3732728"/>
            <a:ext cx="6168390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Component-based UI structure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Router for page navigation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Axios for API communication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useState &amp; useEffect hooks for state and lifecycle management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Responsive layout with CSS/Bootstrap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224213"/>
            <a:ext cx="33374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Backend — Express &amp; Node.js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3732728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RESTful API endpoints (GET, POST, PUT, DELETE)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Mongoose ODM for MongoDB interaction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middleware for protected routes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 enabled for cross-origin requests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5409486"/>
            <a:ext cx="251507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Database — MongoDB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564874" y="5918002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 schema with structured fields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Collections for users and employee records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Atlas cloud deployment for remote access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1991" y="1028105"/>
            <a:ext cx="4325064" cy="540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Challenges Faced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91991" y="1794867"/>
            <a:ext cx="7760018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real-world project brings technical hurdles. These challenges were valuable learning opportunities that sharpened problem-solving and debugging skills throughout the development process.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91991" y="3000732"/>
            <a:ext cx="3804642" cy="2283738"/>
          </a:xfrm>
          <a:prstGeom prst="roundRect">
            <a:avLst>
              <a:gd name="adj" fmla="val 4805"/>
            </a:avLst>
          </a:prstGeom>
          <a:solidFill>
            <a:srgbClr val="FFF8F0"/>
          </a:solidFill>
          <a:ln/>
        </p:spPr>
      </p:sp>
      <p:sp>
        <p:nvSpPr>
          <p:cNvPr id="6" name="Shape 3"/>
          <p:cNvSpPr/>
          <p:nvPr/>
        </p:nvSpPr>
        <p:spPr>
          <a:xfrm>
            <a:off x="691991" y="2977872"/>
            <a:ext cx="3804642" cy="91440"/>
          </a:xfrm>
          <a:prstGeom prst="roundRect">
            <a:avLst>
              <a:gd name="adj" fmla="val 79464"/>
            </a:avLst>
          </a:prstGeom>
          <a:solidFill>
            <a:srgbClr val="D2600F"/>
          </a:solidFill>
          <a:ln/>
        </p:spPr>
      </p:sp>
      <p:sp>
        <p:nvSpPr>
          <p:cNvPr id="7" name="Shape 4"/>
          <p:cNvSpPr/>
          <p:nvPr/>
        </p:nvSpPr>
        <p:spPr>
          <a:xfrm>
            <a:off x="2334756" y="2741295"/>
            <a:ext cx="518993" cy="518993"/>
          </a:xfrm>
          <a:prstGeom prst="roundRect">
            <a:avLst>
              <a:gd name="adj" fmla="val 176187"/>
            </a:avLst>
          </a:prstGeom>
          <a:solidFill>
            <a:srgbClr val="D2600F"/>
          </a:solidFill>
          <a:ln/>
        </p:spPr>
      </p:sp>
      <p:sp>
        <p:nvSpPr>
          <p:cNvPr id="8" name="Text 5"/>
          <p:cNvSpPr/>
          <p:nvPr/>
        </p:nvSpPr>
        <p:spPr>
          <a:xfrm>
            <a:off x="2490490" y="2871073"/>
            <a:ext cx="207526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7849" y="3433167"/>
            <a:ext cx="3122295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Frontend–Backend Integration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87849" y="3793808"/>
            <a:ext cx="3412927" cy="129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Resolving CORS policy issues and correctly configuring Axios base URLs to ensure the React frontend communicated seamlessly with the Express API across different environments.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647367" y="3000732"/>
            <a:ext cx="3804642" cy="2283738"/>
          </a:xfrm>
          <a:prstGeom prst="roundRect">
            <a:avLst>
              <a:gd name="adj" fmla="val 4805"/>
            </a:avLst>
          </a:prstGeom>
          <a:solidFill>
            <a:srgbClr val="FFF8F0"/>
          </a:solidFill>
          <a:ln/>
        </p:spPr>
      </p:sp>
      <p:sp>
        <p:nvSpPr>
          <p:cNvPr id="12" name="Shape 9"/>
          <p:cNvSpPr/>
          <p:nvPr/>
        </p:nvSpPr>
        <p:spPr>
          <a:xfrm>
            <a:off x="4647367" y="2977872"/>
            <a:ext cx="3804642" cy="91440"/>
          </a:xfrm>
          <a:prstGeom prst="roundRect">
            <a:avLst>
              <a:gd name="adj" fmla="val 79464"/>
            </a:avLst>
          </a:prstGeom>
          <a:solidFill>
            <a:srgbClr val="D2600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90131" y="2741295"/>
            <a:ext cx="518993" cy="518993"/>
          </a:xfrm>
          <a:prstGeom prst="roundRect">
            <a:avLst>
              <a:gd name="adj" fmla="val 176187"/>
            </a:avLst>
          </a:prstGeom>
          <a:solidFill>
            <a:srgbClr val="D2600F"/>
          </a:solidFill>
          <a:ln/>
        </p:spPr>
      </p:sp>
      <p:sp>
        <p:nvSpPr>
          <p:cNvPr id="14" name="Text 11"/>
          <p:cNvSpPr/>
          <p:nvPr/>
        </p:nvSpPr>
        <p:spPr>
          <a:xfrm>
            <a:off x="6445865" y="2871073"/>
            <a:ext cx="207526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43224" y="3433167"/>
            <a:ext cx="2440067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Debugging Async Errors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843224" y="3793808"/>
            <a:ext cx="3412927" cy="129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Handling asynchronous operations, Promise chains, and async/await properly to avoid unhandled rejections and race conditions during API calls and state updates.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91991" y="5694640"/>
            <a:ext cx="7760018" cy="1506855"/>
          </a:xfrm>
          <a:prstGeom prst="roundRect">
            <a:avLst>
              <a:gd name="adj" fmla="val 7282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1991" y="5671780"/>
            <a:ext cx="7760018" cy="91440"/>
          </a:xfrm>
          <a:prstGeom prst="roundRect">
            <a:avLst>
              <a:gd name="adj" fmla="val 79464"/>
            </a:avLst>
          </a:prstGeom>
          <a:solidFill>
            <a:srgbClr val="D2600F"/>
          </a:solidFill>
          <a:ln/>
        </p:spPr>
      </p:sp>
      <p:sp>
        <p:nvSpPr>
          <p:cNvPr id="19" name="Shape 16"/>
          <p:cNvSpPr/>
          <p:nvPr/>
        </p:nvSpPr>
        <p:spPr>
          <a:xfrm>
            <a:off x="4312503" y="5435203"/>
            <a:ext cx="518993" cy="518993"/>
          </a:xfrm>
          <a:prstGeom prst="roundRect">
            <a:avLst>
              <a:gd name="adj" fmla="val 176187"/>
            </a:avLst>
          </a:prstGeom>
          <a:solidFill>
            <a:srgbClr val="D2600F"/>
          </a:solidFill>
          <a:ln/>
        </p:spPr>
      </p:sp>
      <p:sp>
        <p:nvSpPr>
          <p:cNvPr id="20" name="Text 17"/>
          <p:cNvSpPr/>
          <p:nvPr/>
        </p:nvSpPr>
        <p:spPr>
          <a:xfrm>
            <a:off x="4468237" y="5564981"/>
            <a:ext cx="207526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87849" y="6127075"/>
            <a:ext cx="2529007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Database Schema Design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87849" y="6487716"/>
            <a:ext cx="736830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Designing flexible yet structured Mongoose schemas to accommodate varying employee data requirements while maintaining data validation and referential integrity.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073" y="586026"/>
            <a:ext cx="8087082" cy="603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Enhancements &amp; Conclusion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3073" y="1660327"/>
            <a:ext cx="2684383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Planned Enhancements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5463" y="2179915"/>
            <a:ext cx="289917" cy="2899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1128" y="2173962"/>
            <a:ext cx="2991683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Role-Based Access Control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01128" y="2664023"/>
            <a:ext cx="5678329" cy="91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Separate dashboards and permissions for Admin, HR, and Employee roles — ensuring each user only sees relevant data and actions.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463" y="3961448"/>
            <a:ext cx="289917" cy="2899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01128" y="3955494"/>
            <a:ext cx="3220879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Payroll Management Module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401128" y="4445556"/>
            <a:ext cx="5678329" cy="91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salary calculations, tax deductions, and payslip generation directly within the system for end-to-end HR management.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463" y="5742980"/>
            <a:ext cx="289917" cy="2899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01128" y="5737027"/>
            <a:ext cx="325219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Attendance &amp; Leave Tracking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401128" y="6227088"/>
            <a:ext cx="5678329" cy="61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attendance logging and leave request workflows to give HR teams complete visibility over workforce availability.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419380" y="1472208"/>
            <a:ext cx="6584752" cy="6171248"/>
          </a:xfrm>
          <a:prstGeom prst="roundRect">
            <a:avLst>
              <a:gd name="adj" fmla="val 2255"/>
            </a:avLst>
          </a:prstGeom>
          <a:solidFill>
            <a:srgbClr val="D2600F"/>
          </a:solidFill>
          <a:ln/>
        </p:spPr>
      </p:sp>
      <p:sp>
        <p:nvSpPr>
          <p:cNvPr id="14" name="Text 9"/>
          <p:cNvSpPr/>
          <p:nvPr/>
        </p:nvSpPr>
        <p:spPr>
          <a:xfrm>
            <a:off x="7612618" y="1660327"/>
            <a:ext cx="3201829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 &amp; Key Takeaways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612618" y="2150388"/>
            <a:ext cx="6198275" cy="1220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successfully demonstrates a functional, full-stack Employee Management System built entirely with the MERN stack. It addresses real organizational pain points through automation, structured data handling, and secure access.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612618" y="3539847"/>
            <a:ext cx="6198275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Outcomes: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612618" y="4014192"/>
            <a:ext cx="6198275" cy="1788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full-stack development with JavaScript</a:t>
            </a:r>
            <a:endParaRPr lang="en-US" sz="15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 API design and integration patterns</a:t>
            </a:r>
            <a:endParaRPr lang="en-US" sz="15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MongoDB schema design with Mongoose</a:t>
            </a:r>
            <a:endParaRPr lang="en-US" sz="15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component architecture and state management</a:t>
            </a:r>
            <a:endParaRPr lang="en-US" sz="15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JWT-based authentication implementation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612618" y="6014442"/>
            <a:ext cx="6198275" cy="1417320"/>
          </a:xfrm>
          <a:prstGeom prst="roundRect">
            <a:avLst>
              <a:gd name="adj" fmla="val 5728"/>
            </a:avLst>
          </a:prstGeom>
          <a:solidFill>
            <a:srgbClr val="FAD3B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5857" y="6315313"/>
            <a:ext cx="241578" cy="193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40673" y="6250781"/>
            <a:ext cx="5376982" cy="915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internship project has provided hands-on experience that bridges academic knowledge with real-world software engineering practice.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2026-04-04T16:00:19Z</dcterms:created>
  <dcterms:modified xsi:type="dcterms:W3CDTF">2026-04-04T16:00:19Z</dcterms:modified>
</cp:coreProperties>
</file>